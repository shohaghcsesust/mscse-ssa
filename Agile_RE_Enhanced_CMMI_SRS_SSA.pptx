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9356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Agile Requirements Engineering and explain that this presentation summarizes challenges and solutions based on a systematic literature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Agile RE and relate it to SRS preparation in iterative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objectives clearly for examiners, linking to analysis phase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that this is evidence-based research, not opinion.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challenges to real-world agile project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each challenge identified during Software Specification Analysis is addressed by corresponding solutions from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solutions improve SRS quality even in agile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this framework to CMMI maturity levels, showing how challenges exist across organizational, project, and process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Explicitly map content to syllabus topics for grading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critical thinking and research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contributions and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questions and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96F9-EF59-4E2C-8770-35A1782DC1E0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E18DB-2F16-4D1B-90B9-6F412CA7803E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DD549-4BC4-4E5B-A2BC-828DD38EF5B3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479E-3387-49DD-90F9-AAB8DB9B43E2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2E4AA-C97B-4A14-880C-77CC03D2E022}" type="datetime1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AED8C-E8DF-4AD8-8BCC-366473E10ABE}" type="datetime1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5DDC3-A232-40DA-B954-18736EBAA758}" type="datetime1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2821-A1D7-4631-98E9-CDC95360D273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4A87-1DD9-473D-ACC1-EA23BC7FBD79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65683-6E7C-4432-A604-C2A28F51F866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A5CC-04B5-4910-8DEB-2EED43E9C165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495B2-D688-47D7-A811-340E0D463D52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Agile Software Requirements Engineering</a:t>
            </a:r>
          </a:p>
          <a:p>
            <a:r>
              <a:t>Challenges &amp; 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Systematic Literature Review</a:t>
            </a:r>
          </a:p>
          <a:p>
            <a:r>
              <a:t>Aligned with CMMI • SRS • SSA</a:t>
            </a:r>
          </a:p>
          <a:p>
            <a:r>
              <a:t>Hoy &amp; Xu (2023)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9B8DC-9A44-FC7C-199B-320BA4F64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Requirements Engineering (RE) supports change</a:t>
            </a:r>
          </a:p>
          <a:p>
            <a:r>
              <a:t>Used in Scrum, XP, and DevOps environments</a:t>
            </a:r>
          </a:p>
          <a:p>
            <a:r>
              <a:t>Still faces quality, documentation, and coordination issues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9EF5A-D0FF-7FAD-AC12-48DBBA428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Agile RE challenges</a:t>
            </a:r>
          </a:p>
          <a:p>
            <a:r>
              <a:t>Identify solution approaches</a:t>
            </a:r>
          </a:p>
          <a:p>
            <a:r>
              <a:t>Map challenges to solutions (SSA activity)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16666-92F8-A848-57D1-5DE31BFA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Method (SLR)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Systematic Literature Review</a:t>
            </a:r>
          </a:p>
          <a:p>
            <a:r>
              <a:t>78 journal papers (2009–2023)</a:t>
            </a:r>
          </a:p>
          <a:p>
            <a:r>
              <a:t>Thematic analysis of challenges and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20C9C-FFFF-9C53-4289-4A29ED03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 in Agile 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Neglect of non-functional requirements</a:t>
            </a:r>
          </a:p>
          <a:p>
            <a:r>
              <a:t>Minimal and inconsistent documentation</a:t>
            </a:r>
          </a:p>
          <a:p>
            <a:r>
              <a:t>Improper requirement prioritization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13A72-B240-6FB4-CED1-E320C9E9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Challenge–Solution Mapping (SSA View)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200400" cy="2743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Challenges</a:t>
            </a:r>
          </a:p>
          <a:p>
            <a:r>
              <a:t>• Quality Requirements Ignored</a:t>
            </a:r>
          </a:p>
          <a:p>
            <a:r>
              <a:t>• Minimal Documentation</a:t>
            </a:r>
          </a:p>
          <a:p>
            <a:r>
              <a:t>• Poor Prioritization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3657600" cy="2743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Solutions</a:t>
            </a:r>
          </a:p>
          <a:p>
            <a:r>
              <a:t>• Quality Requirement Backlog</a:t>
            </a:r>
          </a:p>
          <a:p>
            <a:r>
              <a:t>• Balanced Documentation</a:t>
            </a:r>
          </a:p>
          <a:p>
            <a:r>
              <a:t>• Risk-Based Prioritization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C660E4-6AD2-9786-A7C6-5CEF5576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in Agile 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Explicit quality requirement management</a:t>
            </a:r>
          </a:p>
          <a:p>
            <a:r>
              <a:t>Improved backlog refinement</a:t>
            </a:r>
          </a:p>
          <a:p>
            <a:r>
              <a:t>Continuous stakeholder collaboration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FCEC2-A386-DAE3-67EC-7B7776DFD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Conceptual Framework (CMMI-Aligned)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4572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Organizational /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377440"/>
            <a:ext cx="4572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Project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383280"/>
            <a:ext cx="4572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Agile 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43A2B-893F-6675-4B21-C2D86787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Alignment with CMMI / SRS / SSA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CMMI: Process improvement &amp; maturity</a:t>
            </a:r>
          </a:p>
          <a:p>
            <a:r>
              <a:t>SRS: Clear, verifiable requirements</a:t>
            </a:r>
          </a:p>
          <a:p>
            <a:r>
              <a:t>SSA: Challenge identification &amp; solution mapping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5B4B6-36EB-1086-D2A2-2FAA2AF11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solutions focus on agile practices</a:t>
            </a:r>
          </a:p>
          <a:p>
            <a:r>
              <a:t>Organizational challenges lack solutions</a:t>
            </a:r>
          </a:p>
          <a:p>
            <a:r>
              <a:t>Holistic approaches are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CC567-5D51-F1A1-CD5B-D1196D0D7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RE challenges are persistent</a:t>
            </a:r>
          </a:p>
          <a:p>
            <a:r>
              <a:t>Partial solutions exist</a:t>
            </a:r>
          </a:p>
          <a:p>
            <a:r>
              <a:t>Future research needed beyond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4EA96-35D8-CA0C-3A84-A8058368F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D0125-A830-AF89-29C7-D2942F91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371</Words>
  <Application>Microsoft Office PowerPoint</Application>
  <PresentationFormat>On-screen Show (4:3)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Agile Software Requirements Engineering Challenges &amp; Solutions</vt:lpstr>
      <vt:lpstr>Introduction</vt:lpstr>
      <vt:lpstr>Research Objectives</vt:lpstr>
      <vt:lpstr>Research Method (SLR)</vt:lpstr>
      <vt:lpstr>Key Challenges in Agile RE</vt:lpstr>
      <vt:lpstr>Challenge–Solution Mapping (SSA View)</vt:lpstr>
      <vt:lpstr>Solutions in Agile RE</vt:lpstr>
      <vt:lpstr>Conceptual Framework (CMMI-Aligned)</vt:lpstr>
      <vt:lpstr>Alignment with CMMI / SRS / SSA</vt:lpstr>
      <vt:lpstr>Key Insights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10635-Ahsan-Kabir</cp:lastModifiedBy>
  <cp:revision>2</cp:revision>
  <dcterms:created xsi:type="dcterms:W3CDTF">2013-01-27T09:14:16Z</dcterms:created>
  <dcterms:modified xsi:type="dcterms:W3CDTF">2026-01-16T06:59:29Z</dcterms:modified>
  <cp:category/>
</cp:coreProperties>
</file>